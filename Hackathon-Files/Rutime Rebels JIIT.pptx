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46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7759"/>
            <a:ext cx="12191999" cy="4802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4763"/>
            <a:ext cx="12192000" cy="503555"/>
          </a:xfrm>
          <a:custGeom>
            <a:avLst/>
            <a:gdLst/>
            <a:ahLst/>
            <a:cxnLst/>
            <a:rect l="l" t="t" r="r" b="b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38145" y="106756"/>
            <a:ext cx="6975475" cy="9130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6691" y="1746884"/>
            <a:ext cx="11536680" cy="2560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15394" y="6444017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8866" y="106756"/>
            <a:ext cx="5922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1F487C"/>
                </a:solidFill>
              </a:rPr>
              <a:t>Innovate</a:t>
            </a:r>
            <a:r>
              <a:rPr sz="4000" spc="-150" dirty="0">
                <a:solidFill>
                  <a:srgbClr val="1F487C"/>
                </a:solidFill>
              </a:rPr>
              <a:t> </a:t>
            </a:r>
            <a:r>
              <a:rPr sz="4000" spc="-105" dirty="0">
                <a:solidFill>
                  <a:srgbClr val="1F487C"/>
                </a:solidFill>
              </a:rPr>
              <a:t>3.0:</a:t>
            </a:r>
            <a:r>
              <a:rPr sz="4000" spc="-16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</a:t>
            </a:r>
            <a:r>
              <a:rPr sz="4000" spc="-2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to</a:t>
            </a:r>
            <a:r>
              <a:rPr sz="4000" spc="-65" dirty="0">
                <a:solidFill>
                  <a:srgbClr val="1F487C"/>
                </a:solidFill>
              </a:rPr>
              <a:t> </a:t>
            </a:r>
            <a:r>
              <a:rPr sz="4000" spc="-10" dirty="0">
                <a:solidFill>
                  <a:srgbClr val="1F487C"/>
                </a:solidFill>
              </a:rPr>
              <a:t>Build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34" y="81953"/>
            <a:ext cx="1087462" cy="10874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180" y="217886"/>
            <a:ext cx="806003" cy="8018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9448" y="840104"/>
            <a:ext cx="10760710" cy="58035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354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JIIT</a:t>
            </a:r>
            <a:r>
              <a:rPr sz="2800" b="1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Youth</a:t>
            </a:r>
            <a:r>
              <a:rPr sz="2800" b="1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1F487C"/>
                </a:solidFill>
                <a:latin typeface="Calibri"/>
                <a:cs typeface="Calibri"/>
              </a:rPr>
              <a:t>Club-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128,</a:t>
            </a:r>
            <a:r>
              <a:rPr sz="2800" b="1" spc="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F487C"/>
                </a:solidFill>
                <a:latin typeface="Calibri"/>
                <a:cs typeface="Calibri"/>
              </a:rPr>
              <a:t>Noida</a:t>
            </a:r>
            <a:endParaRPr sz="2800" dirty="0">
              <a:latin typeface="Calibri"/>
              <a:cs typeface="Calibri"/>
            </a:endParaRPr>
          </a:p>
          <a:p>
            <a:pPr marL="383540" algn="ctr">
              <a:lnSpc>
                <a:spcPct val="100000"/>
              </a:lnSpc>
            </a:pP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Jaypee</a:t>
            </a:r>
            <a:r>
              <a:rPr sz="2800" b="1" spc="-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Institute</a:t>
            </a:r>
            <a:r>
              <a:rPr sz="2800" b="1" spc="-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800" b="1" spc="-1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Information</a:t>
            </a:r>
            <a:r>
              <a:rPr sz="2800" b="1" spc="-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Technology,</a:t>
            </a:r>
            <a:r>
              <a:rPr sz="2800" b="1" spc="-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Wishtown</a:t>
            </a:r>
            <a:r>
              <a:rPr sz="2800" b="1" spc="-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Campus,</a:t>
            </a:r>
            <a:r>
              <a:rPr sz="2800" b="1" spc="-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F487C"/>
                </a:solidFill>
                <a:latin typeface="Calibri"/>
                <a:cs typeface="Calibri"/>
              </a:rPr>
              <a:t>Noida</a:t>
            </a:r>
            <a:endParaRPr sz="2800" dirty="0">
              <a:latin typeface="Calibri"/>
              <a:cs typeface="Calibri"/>
            </a:endParaRPr>
          </a:p>
          <a:p>
            <a:pPr marR="473709" algn="ctr">
              <a:lnSpc>
                <a:spcPct val="100000"/>
              </a:lnSpc>
              <a:spcBef>
                <a:spcPts val="2665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9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PAGE</a:t>
            </a:r>
            <a:endParaRPr sz="32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365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40" dirty="0">
                <a:latin typeface="Arial"/>
                <a:cs typeface="Arial"/>
              </a:rPr>
              <a:t>Team</a:t>
            </a:r>
            <a:r>
              <a:rPr sz="2400" b="1" spc="-1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Name</a:t>
            </a:r>
            <a:r>
              <a:rPr sz="2400" b="1" spc="-20" dirty="0" smtClean="0">
                <a:latin typeface="Arial"/>
                <a:cs typeface="Arial"/>
              </a:rPr>
              <a:t>:</a:t>
            </a:r>
            <a:r>
              <a:rPr lang="en-US" sz="2400" b="1" spc="-20" dirty="0" smtClean="0">
                <a:latin typeface="Arial"/>
                <a:cs typeface="Arial"/>
              </a:rPr>
              <a:t> Runtime Rebels </a:t>
            </a:r>
            <a:endParaRPr sz="24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59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10" dirty="0">
                <a:latin typeface="Arial"/>
                <a:cs typeface="Arial"/>
              </a:rPr>
              <a:t>Problem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Statement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0" dirty="0" smtClean="0">
                <a:latin typeface="Arial"/>
                <a:cs typeface="Arial"/>
              </a:rPr>
              <a:t>Title-</a:t>
            </a:r>
            <a:r>
              <a:rPr lang="en-US" sz="2400" b="1" spc="-10" dirty="0" smtClean="0">
                <a:latin typeface="Arial"/>
                <a:cs typeface="Arial"/>
              </a:rPr>
              <a:t> Bridging the Gap Between Students and Real-World Opportunities</a:t>
            </a:r>
            <a:endParaRPr sz="24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60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10" dirty="0" smtClean="0">
                <a:latin typeface="Arial"/>
                <a:cs typeface="Arial"/>
              </a:rPr>
              <a:t>Theme-</a:t>
            </a:r>
            <a:r>
              <a:rPr lang="en-US" sz="2400" b="1" spc="-10" dirty="0" smtClean="0">
                <a:latin typeface="Arial"/>
                <a:cs typeface="Arial"/>
              </a:rPr>
              <a:t> Open </a:t>
            </a:r>
            <a:r>
              <a:rPr lang="en-US" sz="2400" b="1" spc="-10" dirty="0" smtClean="0">
                <a:latin typeface="Arial"/>
                <a:cs typeface="Arial"/>
              </a:rPr>
              <a:t>Innovation – </a:t>
            </a:r>
            <a:r>
              <a:rPr lang="en-US" sz="2400" b="1" spc="-10" dirty="0" err="1" smtClean="0">
                <a:latin typeface="Arial"/>
                <a:cs typeface="Arial"/>
              </a:rPr>
              <a:t>Edtech</a:t>
            </a:r>
            <a:r>
              <a:rPr lang="en-US" sz="2400" b="1" spc="-10" dirty="0" smtClean="0">
                <a:latin typeface="Arial"/>
                <a:cs typeface="Arial"/>
              </a:rPr>
              <a:t> and </a:t>
            </a:r>
            <a:r>
              <a:rPr lang="en-US" sz="2400" b="1" spc="-10" dirty="0" err="1" smtClean="0">
                <a:latin typeface="Arial"/>
                <a:cs typeface="Arial"/>
              </a:rPr>
              <a:t>Employement</a:t>
            </a:r>
            <a:r>
              <a:rPr lang="en-US" sz="2400" b="1" spc="-10" dirty="0" smtClean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35" dirty="0">
                <a:latin typeface="Arial"/>
                <a:cs typeface="Arial"/>
              </a:rPr>
              <a:t>Team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10" dirty="0" smtClean="0">
                <a:latin typeface="Arial"/>
                <a:cs typeface="Arial"/>
              </a:rPr>
              <a:t>members:</a:t>
            </a:r>
            <a:r>
              <a:rPr lang="en-US" sz="2400" b="1" spc="-10" dirty="0">
                <a:latin typeface="Arial"/>
                <a:cs typeface="Arial"/>
              </a:rPr>
              <a:t> </a:t>
            </a:r>
            <a:r>
              <a:rPr lang="en-US" sz="2400" b="1" spc="-10" dirty="0" smtClean="0">
                <a:latin typeface="Arial"/>
                <a:cs typeface="Arial"/>
              </a:rPr>
              <a:t>Aryan Sinha, </a:t>
            </a:r>
            <a:r>
              <a:rPr lang="en-US" sz="2400" b="1" spc="-10" dirty="0" err="1" smtClean="0">
                <a:latin typeface="Arial"/>
                <a:cs typeface="Arial"/>
              </a:rPr>
              <a:t>Aman</a:t>
            </a:r>
            <a:r>
              <a:rPr lang="en-US" sz="2400" b="1" spc="-10" dirty="0" smtClean="0">
                <a:latin typeface="Arial"/>
                <a:cs typeface="Arial"/>
              </a:rPr>
              <a:t>, Anurag Kumar, </a:t>
            </a:r>
            <a:r>
              <a:rPr lang="en-US" sz="2400" b="1" spc="-10" dirty="0" err="1" smtClean="0">
                <a:latin typeface="Arial"/>
                <a:cs typeface="Arial"/>
              </a:rPr>
              <a:t>Sneha</a:t>
            </a:r>
            <a:r>
              <a:rPr lang="en-US" sz="2400" b="1" spc="-10" dirty="0" smtClean="0">
                <a:latin typeface="Arial"/>
                <a:cs typeface="Arial"/>
              </a:rPr>
              <a:t> Ray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10" dirty="0">
                <a:latin typeface="Arial"/>
                <a:cs typeface="Arial"/>
              </a:rPr>
              <a:t>Leader</a:t>
            </a:r>
            <a:r>
              <a:rPr sz="2400" b="1" spc="-10" dirty="0" smtClean="0">
                <a:latin typeface="Arial"/>
                <a:cs typeface="Arial"/>
              </a:rPr>
              <a:t>:</a:t>
            </a:r>
            <a:r>
              <a:rPr lang="en-US" sz="2400" b="1" spc="-10" dirty="0" smtClean="0">
                <a:latin typeface="Arial"/>
                <a:cs typeface="Arial"/>
              </a:rPr>
              <a:t> </a:t>
            </a:r>
            <a:r>
              <a:rPr lang="en-US" sz="2400" b="1" spc="-10" dirty="0" err="1" smtClean="0">
                <a:latin typeface="Arial"/>
                <a:cs typeface="Arial"/>
              </a:rPr>
              <a:t>Ansal</a:t>
            </a:r>
            <a:r>
              <a:rPr lang="en-US" sz="2400" b="1" spc="-10" dirty="0" smtClean="0">
                <a:latin typeface="Arial"/>
                <a:cs typeface="Arial"/>
              </a:rPr>
              <a:t> Pandey 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600" b="1" dirty="0">
                <a:latin typeface="Arial"/>
                <a:cs typeface="Arial"/>
              </a:rPr>
              <a:t>Theme</a:t>
            </a:r>
            <a:r>
              <a:rPr sz="1600" b="1" spc="-9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(Mention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Domain</a:t>
            </a:r>
            <a:r>
              <a:rPr sz="1600" b="1" spc="-9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for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Open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Innovation)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157" y="204139"/>
            <a:ext cx="677849" cy="8431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029" rIns="0" bIns="0" rtlCol="0">
            <a:spAutoFit/>
          </a:bodyPr>
          <a:lstStyle/>
          <a:p>
            <a:pPr marL="19824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IDEA</a:t>
            </a:r>
            <a:r>
              <a:rPr spc="-285" dirty="0"/>
              <a:t> </a:t>
            </a:r>
            <a:r>
              <a:rPr spc="-10" dirty="0"/>
              <a:t>TITLE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371600"/>
            <a:ext cx="10290175" cy="4456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 smtClean="0"/>
              <a:t>Proposed Solution:</a:t>
            </a:r>
          </a:p>
          <a:p>
            <a:r>
              <a:rPr lang="en-US" sz="2400" b="1" dirty="0" err="1" smtClean="0"/>
              <a:t>Gradium</a:t>
            </a:r>
            <a:r>
              <a:rPr lang="en-US" sz="2400" b="1" dirty="0" smtClean="0"/>
              <a:t> - Student Freelance Marketplace Platform</a:t>
            </a:r>
          </a:p>
          <a:p>
            <a:endParaRPr lang="en-US" sz="2400" dirty="0" smtClean="0"/>
          </a:p>
          <a:p>
            <a:r>
              <a:rPr lang="en-US" sz="2400" b="1" dirty="0" smtClean="0"/>
              <a:t>Problem it solves: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Students lack practical experience and income opportunities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Companies struggle to find affordable, skilled talent for short-term projects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Traditional job platforms don't cater to student-specific needs</a:t>
            </a:r>
          </a:p>
          <a:p>
            <a:r>
              <a:rPr lang="en-US" sz="2400" b="1" dirty="0" smtClean="0"/>
              <a:t>Our Solution: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Web-based platform connecting students with real-world gig opportunities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Role-based dashboards (Students, Companies, Admins)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Secure authentication and project management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Skills-based matching and portfolio building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buSzPct val="92857"/>
              <a:tabLst>
                <a:tab pos="362585" algn="l"/>
              </a:tabLst>
            </a:pPr>
            <a:endParaRPr sz="2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34" y="81953"/>
            <a:ext cx="1087462" cy="10874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180" y="217886"/>
            <a:ext cx="806003" cy="8018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157" y="204139"/>
            <a:ext cx="677849" cy="84310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671" rIns="0" bIns="0" rtlCol="0">
            <a:spAutoFit/>
          </a:bodyPr>
          <a:lstStyle/>
          <a:p>
            <a:pPr marL="98933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TECHNICAL</a:t>
            </a:r>
            <a:r>
              <a:rPr spc="-26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95400"/>
            <a:ext cx="9217025" cy="4474943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algn="ctr"/>
            <a:r>
              <a:rPr lang="en-US" b="1" dirty="0" smtClean="0"/>
              <a:t>Tech Stack:</a:t>
            </a:r>
          </a:p>
          <a:p>
            <a:r>
              <a:rPr lang="en-US" b="1" dirty="0" smtClean="0"/>
              <a:t>Frontend: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React.js with </a:t>
            </a:r>
            <a:r>
              <a:rPr lang="en-US" dirty="0" err="1" smtClean="0"/>
              <a:t>TypeScript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Tailwind CSS for modern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React Router for navigation</a:t>
            </a:r>
          </a:p>
          <a:p>
            <a:r>
              <a:rPr lang="en-US" b="1" dirty="0" smtClean="0"/>
              <a:t>Backend: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Node.js with 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MongoDB for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JWT for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RESTful API architecture</a:t>
            </a:r>
          </a:p>
          <a:p>
            <a:r>
              <a:rPr lang="en-US" b="1" dirty="0" smtClean="0"/>
              <a:t>Key Features Implementation: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Authentication System</a:t>
            </a:r>
            <a:r>
              <a:rPr lang="en-US" dirty="0" smtClean="0"/>
              <a:t> → Separate Student &amp; Company flows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Dashboard System</a:t>
            </a:r>
            <a:r>
              <a:rPr lang="en-US" dirty="0" smtClean="0"/>
              <a:t> → Role-based access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Project Marketplace</a:t>
            </a:r>
            <a:r>
              <a:rPr lang="en-US" dirty="0" smtClean="0"/>
              <a:t> → Filter, search, and apply functionality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Proposal Management</a:t>
            </a:r>
            <a:r>
              <a:rPr lang="en-US" dirty="0" smtClean="0"/>
              <a:t> → Track application status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Skills Management</a:t>
            </a:r>
            <a:r>
              <a:rPr lang="en-US" dirty="0" smtClean="0"/>
              <a:t> → Dynamic skill addition/removal</a:t>
            </a:r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34" y="81953"/>
            <a:ext cx="1087462" cy="10874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180" y="217886"/>
            <a:ext cx="806003" cy="8018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157" y="204139"/>
            <a:ext cx="677849" cy="84310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723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FEASIBILITY</a:t>
            </a:r>
            <a:r>
              <a:rPr spc="-3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310321"/>
            <a:ext cx="7139940" cy="45057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 smtClean="0"/>
              <a:t>✓ Technical Feasibility: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Using proven, industry-standard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Scalable MERN stack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Cloud deployment ready (</a:t>
            </a:r>
            <a:r>
              <a:rPr lang="en-US" sz="2000" dirty="0" err="1" smtClean="0"/>
              <a:t>Vercel</a:t>
            </a:r>
            <a:r>
              <a:rPr lang="en-US" sz="2000" dirty="0" smtClean="0"/>
              <a:t> + Render)</a:t>
            </a:r>
          </a:p>
          <a:p>
            <a:r>
              <a:rPr lang="en-US" sz="2400" b="1" dirty="0" smtClean="0"/>
              <a:t>Potential Challenges: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User trust and verification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Payment gateway integration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Maintaining platform quality</a:t>
            </a:r>
          </a:p>
          <a:p>
            <a:r>
              <a:rPr lang="en-US" sz="2400" b="1" dirty="0" smtClean="0"/>
              <a:t>Risk Mitigation Strategies: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Implement rating and review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Partner with colleges for verified student 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Manual project approval for quality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Secure payment escrow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Start with pilot program at JIIT</a:t>
            </a:r>
            <a:endParaRPr lang="en-US" sz="24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34" y="81953"/>
            <a:ext cx="1087462" cy="10874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180" y="217886"/>
            <a:ext cx="806003" cy="8018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157" y="204139"/>
            <a:ext cx="677849" cy="84310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690" rIns="0" bIns="0" rtlCol="0">
            <a:spAutoFit/>
          </a:bodyPr>
          <a:lstStyle/>
          <a:p>
            <a:pPr marL="1067435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IMPACT</a:t>
            </a:r>
            <a:r>
              <a:rPr spc="-30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376" y="1015267"/>
            <a:ext cx="6932930" cy="4782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r>
              <a:rPr lang="en-US" sz="2000" b="1" dirty="0" smtClean="0"/>
              <a:t>Target Audience Impact</a:t>
            </a:r>
          </a:p>
          <a:p>
            <a:r>
              <a:rPr lang="en-US" b="1" dirty="0" smtClean="0"/>
              <a:t>For Students:</a:t>
            </a:r>
            <a:r>
              <a:rPr lang="en-US" dirty="0" smtClean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Earn while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Gain practical experience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Build professional portfolio.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Flexible work matching academic schedule</a:t>
            </a:r>
          </a:p>
          <a:p>
            <a:r>
              <a:rPr lang="en-US" b="1" dirty="0" smtClean="0"/>
              <a:t>For Companies:</a:t>
            </a:r>
            <a:r>
              <a:rPr lang="en-US" dirty="0" smtClean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Cost-effective talent acquisition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Quick project completion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Access to fresh, tech-savvy talent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Scalable workforce</a:t>
            </a:r>
          </a:p>
          <a:p>
            <a:r>
              <a:rPr lang="en-US" b="1" dirty="0" smtClean="0"/>
              <a:t>Social Impact: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Reduces student financial burden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Decreases unemployment among graduates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Bridges academia-industry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Promotes entrepreneurship</a:t>
            </a:r>
          </a:p>
          <a:p>
            <a:r>
              <a:rPr lang="en-US" b="1" dirty="0" smtClean="0"/>
              <a:t>Economic Impact: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Empowers student economy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Supports startup ecosystem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Creates micro-employment opportunities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34" y="81953"/>
            <a:ext cx="1087462" cy="10874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180" y="217886"/>
            <a:ext cx="806003" cy="8018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157" y="204139"/>
            <a:ext cx="677849" cy="84310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455" rIns="0" bIns="0" rtlCol="0">
            <a:spAutoFit/>
          </a:bodyPr>
          <a:lstStyle/>
          <a:p>
            <a:pPr marL="1585595">
              <a:lnSpc>
                <a:spcPct val="100000"/>
              </a:lnSpc>
              <a:spcBef>
                <a:spcPts val="100"/>
              </a:spcBef>
            </a:pPr>
            <a:r>
              <a:rPr dirty="0"/>
              <a:t>Highlights</a:t>
            </a:r>
            <a:r>
              <a:rPr spc="-7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Idea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34" y="81953"/>
            <a:ext cx="1087462" cy="10874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180" y="217886"/>
            <a:ext cx="806003" cy="8018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157" y="204139"/>
            <a:ext cx="677849" cy="8431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24000" y="1209167"/>
            <a:ext cx="7617765" cy="5134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r>
              <a:rPr lang="en-US" sz="2400" b="1" dirty="0" smtClean="0"/>
              <a:t>What Makes </a:t>
            </a:r>
            <a:r>
              <a:rPr lang="en-US" sz="2400" b="1" dirty="0" err="1" smtClean="0"/>
              <a:t>Gradium</a:t>
            </a:r>
            <a:r>
              <a:rPr lang="en-US" sz="2400" b="1" dirty="0" smtClean="0"/>
              <a:t> Unique?</a:t>
            </a:r>
          </a:p>
          <a:p>
            <a:r>
              <a:rPr lang="en-US" sz="2000" b="1" dirty="0" smtClean="0"/>
              <a:t>1. Student-First Design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Built specifically for student schedules and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Academic calendar integration</a:t>
            </a:r>
          </a:p>
          <a:p>
            <a:r>
              <a:rPr lang="en-US" sz="2000" b="1" dirty="0" smtClean="0"/>
              <a:t>2. Secure &amp; Transparent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JWT-based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Role-based access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Escrow payment system (future)</a:t>
            </a:r>
          </a:p>
          <a:p>
            <a:r>
              <a:rPr lang="en-US" sz="2000" b="1" dirty="0" smtClean="0"/>
              <a:t>3. Smart Matching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Skills-based project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Real-time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Application tracking dashboard</a:t>
            </a:r>
          </a:p>
          <a:p>
            <a:r>
              <a:rPr lang="en-US" sz="2000" b="1" dirty="0" smtClean="0"/>
              <a:t>4. Scalable Architecture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MERN stack for easy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Cloud-ready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API-first approach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endParaRPr sz="2800" dirty="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6354763"/>
            <a:ext cx="12192000" cy="503555"/>
            <a:chOff x="0" y="6354763"/>
            <a:chExt cx="12192000" cy="50355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377759"/>
              <a:ext cx="12191999" cy="4802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6354763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2000" y="0"/>
                  </a:moveTo>
                  <a:lnTo>
                    <a:pt x="0" y="0"/>
                  </a:lnTo>
                  <a:lnTo>
                    <a:pt x="0" y="503237"/>
                  </a:lnTo>
                  <a:lnTo>
                    <a:pt x="12192000" y="503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440794" y="6443379"/>
            <a:ext cx="11048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200" spc="-725" dirty="0">
                <a:solidFill>
                  <a:srgbClr val="888888"/>
                </a:solidFill>
                <a:latin typeface="Arial MT"/>
                <a:cs typeface="Arial MT"/>
              </a:rPr>
              <a:t>6</a:t>
            </a:r>
            <a:r>
              <a:rPr sz="1200" b="1" spc="-5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00"/>
              </a:spcBef>
            </a:pPr>
            <a:r>
              <a:rPr dirty="0"/>
              <a:t>Please</a:t>
            </a:r>
            <a:r>
              <a:rPr spc="-50" dirty="0"/>
              <a:t> </a:t>
            </a:r>
            <a:r>
              <a:rPr dirty="0"/>
              <a:t>ensure</a:t>
            </a:r>
            <a:r>
              <a:rPr spc="-40" dirty="0"/>
              <a:t> </a:t>
            </a:r>
            <a:r>
              <a:rPr dirty="0"/>
              <a:t>below</a:t>
            </a:r>
            <a:r>
              <a:rPr spc="-50" dirty="0"/>
              <a:t> </a:t>
            </a:r>
            <a:r>
              <a:rPr dirty="0"/>
              <a:t>pointers</a:t>
            </a:r>
            <a:r>
              <a:rPr spc="-50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met</a:t>
            </a:r>
            <a:r>
              <a:rPr spc="-50" dirty="0"/>
              <a:t> </a:t>
            </a:r>
            <a:r>
              <a:rPr dirty="0"/>
              <a:t>while</a:t>
            </a:r>
            <a:r>
              <a:rPr spc="-90" dirty="0"/>
              <a:t> </a:t>
            </a:r>
            <a:r>
              <a:rPr dirty="0"/>
              <a:t>submitting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Idea</a:t>
            </a:r>
            <a:r>
              <a:rPr spc="-60" dirty="0"/>
              <a:t> </a:t>
            </a:r>
            <a:r>
              <a:rPr spc="-20" dirty="0"/>
              <a:t>PPT:</a:t>
            </a: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pc="-20" dirty="0"/>
          </a:p>
          <a:p>
            <a:pPr marL="525780" indent="-513080">
              <a:lnSpc>
                <a:spcPct val="100000"/>
              </a:lnSpc>
              <a:buAutoNum type="arabicPeriod"/>
              <a:tabLst>
                <a:tab pos="525780" algn="l"/>
              </a:tabLst>
            </a:pPr>
            <a:r>
              <a:rPr dirty="0"/>
              <a:t>Kindly</a:t>
            </a:r>
            <a:r>
              <a:rPr spc="-65" dirty="0"/>
              <a:t> </a:t>
            </a:r>
            <a:r>
              <a:rPr dirty="0"/>
              <a:t>keep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maximum</a:t>
            </a:r>
            <a:r>
              <a:rPr spc="-15" dirty="0"/>
              <a:t> </a:t>
            </a:r>
            <a:r>
              <a:rPr dirty="0"/>
              <a:t>slides</a:t>
            </a:r>
            <a:r>
              <a:rPr spc="-60" dirty="0"/>
              <a:t> </a:t>
            </a:r>
            <a:r>
              <a:rPr dirty="0"/>
              <a:t>limit</a:t>
            </a:r>
            <a:r>
              <a:rPr spc="-50" dirty="0"/>
              <a:t> </a:t>
            </a:r>
            <a:r>
              <a:rPr dirty="0"/>
              <a:t>up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six</a:t>
            </a:r>
            <a:r>
              <a:rPr spc="-55" dirty="0"/>
              <a:t> </a:t>
            </a:r>
            <a:r>
              <a:rPr dirty="0">
                <a:solidFill>
                  <a:srgbClr val="C00000"/>
                </a:solidFill>
              </a:rPr>
              <a:t>(6).</a:t>
            </a:r>
            <a:r>
              <a:rPr spc="-45" dirty="0">
                <a:solidFill>
                  <a:srgbClr val="C00000"/>
                </a:solidFill>
              </a:rPr>
              <a:t> </a:t>
            </a:r>
            <a:r>
              <a:rPr dirty="0"/>
              <a:t>(</a:t>
            </a:r>
            <a:r>
              <a:rPr spc="-50" dirty="0"/>
              <a:t> </a:t>
            </a:r>
            <a:r>
              <a:rPr dirty="0"/>
              <a:t>Including</a:t>
            </a:r>
            <a:r>
              <a:rPr spc="-6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title</a:t>
            </a:r>
            <a:r>
              <a:rPr spc="-55" dirty="0"/>
              <a:t> </a:t>
            </a:r>
            <a:r>
              <a:rPr spc="-10" dirty="0"/>
              <a:t>slide)</a:t>
            </a:r>
          </a:p>
          <a:p>
            <a:pPr marL="525780" indent="-51308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25780" algn="l"/>
              </a:tabLst>
            </a:pPr>
            <a:r>
              <a:rPr dirty="0"/>
              <a:t>Try</a:t>
            </a:r>
            <a:r>
              <a:rPr spc="-8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avoid</a:t>
            </a:r>
            <a:r>
              <a:rPr spc="-25" dirty="0"/>
              <a:t> </a:t>
            </a:r>
            <a:r>
              <a:rPr dirty="0"/>
              <a:t>paragraphs</a:t>
            </a:r>
            <a:r>
              <a:rPr spc="-5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post</a:t>
            </a:r>
            <a:r>
              <a:rPr spc="-80" dirty="0"/>
              <a:t> </a:t>
            </a:r>
            <a:r>
              <a:rPr dirty="0"/>
              <a:t>your</a:t>
            </a:r>
            <a:r>
              <a:rPr spc="-50" dirty="0"/>
              <a:t> </a:t>
            </a:r>
            <a:r>
              <a:rPr dirty="0"/>
              <a:t>idea</a:t>
            </a:r>
            <a:r>
              <a:rPr spc="-7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points</a:t>
            </a:r>
            <a:r>
              <a:rPr spc="-80" dirty="0"/>
              <a:t> </a:t>
            </a:r>
            <a:r>
              <a:rPr dirty="0"/>
              <a:t>/diagrams</a:t>
            </a:r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10" dirty="0"/>
              <a:t>Infographics</a:t>
            </a:r>
            <a:r>
              <a:rPr spc="-75" dirty="0"/>
              <a:t> </a:t>
            </a:r>
            <a:r>
              <a:rPr spc="-10" dirty="0"/>
              <a:t>/pictures</a:t>
            </a:r>
          </a:p>
          <a:p>
            <a:pPr marL="525780" indent="-51308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525780" algn="l"/>
              </a:tabLst>
            </a:pPr>
            <a:r>
              <a:rPr dirty="0"/>
              <a:t>Keep</a:t>
            </a:r>
            <a:r>
              <a:rPr spc="-70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dirty="0"/>
              <a:t>explanation</a:t>
            </a:r>
            <a:r>
              <a:rPr spc="-70" dirty="0"/>
              <a:t> </a:t>
            </a:r>
            <a:r>
              <a:rPr dirty="0"/>
              <a:t>precise</a:t>
            </a:r>
            <a:r>
              <a:rPr spc="-4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easy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10" dirty="0"/>
              <a:t>understand</a:t>
            </a:r>
          </a:p>
          <a:p>
            <a:pPr marL="525780" indent="-51308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25780" algn="l"/>
              </a:tabLst>
            </a:pPr>
            <a:r>
              <a:rPr dirty="0"/>
              <a:t>Idea</a:t>
            </a:r>
            <a:r>
              <a:rPr spc="-75" dirty="0"/>
              <a:t> </a:t>
            </a:r>
            <a:r>
              <a:rPr dirty="0"/>
              <a:t>should</a:t>
            </a:r>
            <a:r>
              <a:rPr spc="-75" dirty="0"/>
              <a:t> </a:t>
            </a:r>
            <a:r>
              <a:rPr dirty="0"/>
              <a:t>be</a:t>
            </a:r>
            <a:r>
              <a:rPr spc="-70" dirty="0"/>
              <a:t> </a:t>
            </a:r>
            <a:r>
              <a:rPr dirty="0"/>
              <a:t>unique</a:t>
            </a:r>
            <a:r>
              <a:rPr spc="-7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novel.</a:t>
            </a:r>
          </a:p>
          <a:p>
            <a:pPr marL="525780" indent="-513080">
              <a:lnSpc>
                <a:spcPts val="2030"/>
              </a:lnSpc>
              <a:spcBef>
                <a:spcPts val="740"/>
              </a:spcBef>
              <a:buAutoNum type="arabicPeriod"/>
              <a:tabLst>
                <a:tab pos="525780" algn="l"/>
              </a:tabLst>
            </a:pPr>
            <a:r>
              <a:rPr dirty="0"/>
              <a:t>Use</a:t>
            </a:r>
            <a:r>
              <a:rPr spc="229" dirty="0"/>
              <a:t> </a:t>
            </a:r>
            <a:r>
              <a:rPr dirty="0"/>
              <a:t>this</a:t>
            </a:r>
            <a:r>
              <a:rPr spc="235" dirty="0"/>
              <a:t> </a:t>
            </a:r>
            <a:r>
              <a:rPr dirty="0"/>
              <a:t>format</a:t>
            </a:r>
            <a:r>
              <a:rPr spc="254" dirty="0"/>
              <a:t> </a:t>
            </a:r>
            <a:r>
              <a:rPr dirty="0"/>
              <a:t>to</a:t>
            </a:r>
            <a:r>
              <a:rPr spc="245" dirty="0"/>
              <a:t> </a:t>
            </a:r>
            <a:r>
              <a:rPr dirty="0"/>
              <a:t>present</a:t>
            </a:r>
            <a:r>
              <a:rPr spc="260" dirty="0"/>
              <a:t> </a:t>
            </a:r>
            <a:r>
              <a:rPr dirty="0"/>
              <a:t>your</a:t>
            </a:r>
            <a:r>
              <a:rPr spc="250" dirty="0"/>
              <a:t> </a:t>
            </a:r>
            <a:r>
              <a:rPr dirty="0"/>
              <a:t>idea,</a:t>
            </a:r>
            <a:r>
              <a:rPr spc="245" dirty="0"/>
              <a:t> </a:t>
            </a:r>
            <a:r>
              <a:rPr dirty="0"/>
              <a:t>you</a:t>
            </a:r>
            <a:r>
              <a:rPr spc="250" dirty="0"/>
              <a:t> </a:t>
            </a:r>
            <a:r>
              <a:rPr dirty="0"/>
              <a:t>can</a:t>
            </a:r>
            <a:r>
              <a:rPr spc="260" dirty="0"/>
              <a:t> </a:t>
            </a:r>
            <a:r>
              <a:rPr dirty="0"/>
              <a:t>format</a:t>
            </a:r>
            <a:r>
              <a:rPr spc="254" dirty="0"/>
              <a:t> </a:t>
            </a:r>
            <a:r>
              <a:rPr dirty="0"/>
              <a:t>and</a:t>
            </a:r>
            <a:r>
              <a:rPr spc="245" dirty="0"/>
              <a:t> </a:t>
            </a:r>
            <a:r>
              <a:rPr dirty="0"/>
              <a:t>design</a:t>
            </a:r>
            <a:r>
              <a:rPr spc="240" dirty="0"/>
              <a:t> </a:t>
            </a:r>
            <a:r>
              <a:rPr dirty="0"/>
              <a:t>the</a:t>
            </a:r>
            <a:r>
              <a:rPr spc="254" dirty="0"/>
              <a:t> </a:t>
            </a:r>
            <a:r>
              <a:rPr dirty="0"/>
              <a:t>ppt</a:t>
            </a:r>
            <a:r>
              <a:rPr spc="235" dirty="0"/>
              <a:t> </a:t>
            </a:r>
            <a:r>
              <a:rPr dirty="0"/>
              <a:t>accordingly</a:t>
            </a:r>
            <a:r>
              <a:rPr spc="240" dirty="0"/>
              <a:t> </a:t>
            </a:r>
            <a:r>
              <a:rPr dirty="0"/>
              <a:t>but</a:t>
            </a:r>
            <a:r>
              <a:rPr spc="229" dirty="0"/>
              <a:t> </a:t>
            </a:r>
            <a:r>
              <a:rPr dirty="0"/>
              <a:t>table</a:t>
            </a:r>
            <a:r>
              <a:rPr spc="254" dirty="0"/>
              <a:t> </a:t>
            </a:r>
            <a:r>
              <a:rPr spc="-25" dirty="0"/>
              <a:t>of</a:t>
            </a:r>
          </a:p>
          <a:p>
            <a:pPr marL="525780">
              <a:lnSpc>
                <a:spcPts val="2030"/>
              </a:lnSpc>
            </a:pPr>
            <a:r>
              <a:rPr dirty="0"/>
              <a:t>content</a:t>
            </a:r>
            <a:r>
              <a:rPr spc="-75" dirty="0"/>
              <a:t> </a:t>
            </a:r>
            <a:r>
              <a:rPr dirty="0"/>
              <a:t>should</a:t>
            </a:r>
            <a:r>
              <a:rPr spc="-60" dirty="0"/>
              <a:t> </a:t>
            </a:r>
            <a:r>
              <a:rPr dirty="0"/>
              <a:t>remain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same.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7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IMPORTANT</a:t>
            </a:r>
            <a:r>
              <a:rPr spc="-180" dirty="0"/>
              <a:t> </a:t>
            </a:r>
            <a:r>
              <a:rPr spc="-10" dirty="0"/>
              <a:t>INSTRUCTIONS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34" y="81953"/>
            <a:ext cx="1087462" cy="10874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180" y="217886"/>
            <a:ext cx="806003" cy="8018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157" y="204139"/>
            <a:ext cx="677849" cy="84310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440794" y="6444017"/>
            <a:ext cx="11048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517</Words>
  <Application>Microsoft Office PowerPoint</Application>
  <PresentationFormat>Widescreen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MT</vt:lpstr>
      <vt:lpstr>Calibri</vt:lpstr>
      <vt:lpstr>Times New Roman</vt:lpstr>
      <vt:lpstr>Office Theme</vt:lpstr>
      <vt:lpstr>Innovate 3.0: Hack to Build</vt:lpstr>
      <vt:lpstr>IDEA TITLE</vt:lpstr>
      <vt:lpstr>TECHNICAL APPROACH</vt:lpstr>
      <vt:lpstr>FEASIBILITY AND VIABILITY</vt:lpstr>
      <vt:lpstr>IMPACT AND BENEFITS</vt:lpstr>
      <vt:lpstr>Highlights of the Idea</vt:lpstr>
      <vt:lpstr>IMPORTANT INSTRUCTIONS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Innovate2.0_JIIT128</dc:title>
  <cp:lastModifiedBy>Microsoft account</cp:lastModifiedBy>
  <cp:revision>2</cp:revision>
  <dcterms:created xsi:type="dcterms:W3CDTF">2026-01-11T18:12:39Z</dcterms:created>
  <dcterms:modified xsi:type="dcterms:W3CDTF">2026-01-11T18:26:20Z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2026-01-11T00:00:00Z</vt:filetime>
  </property>
  <property fmtid="{D5CDD505-2E9C-101B-9397-08002B2CF9AE}" pid="5" name="Producer">
    <vt:lpwstr>Microsoft® PowerPoint® 2024</vt:lpwstr>
  </property>
</Properties>
</file>